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Demo Market Research Report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DCE9CF"/>
                </a:solidFill>
              </a:rPr>
              <a:t>Synthetic concept testing data, workflow orchestration, and PPTX rendering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